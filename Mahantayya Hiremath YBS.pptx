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Helvetica Neue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0" roundtripDataSignature="AMtx7miOz4UBF0nGaHPoKJgifaoxNm9c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font" Target="fonts/HelveticaNeue-regular.fntdata"/><Relationship Id="rId7" Type="http://schemas.openxmlformats.org/officeDocument/2006/relationships/font" Target="fonts/HelveticaNeue-bold.fntdata"/><Relationship Id="rId8" Type="http://schemas.openxmlformats.org/officeDocument/2006/relationships/font" Target="fonts/HelveticaNeu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gif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Title and Contents A" showMasterSp="0">
  <p:cSld name="2_Title and Contents A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62241" y="156911"/>
            <a:ext cx="4439817" cy="7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idx="1" type="body"/>
          </p:nvPr>
        </p:nvSpPr>
        <p:spPr>
          <a:xfrm>
            <a:off x="539750" y="908049"/>
            <a:ext cx="11113200" cy="5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172188" y="0"/>
            <a:ext cx="11844000" cy="731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108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Helvetica Neue"/>
              <a:buNone/>
              <a:defRPr b="1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/>
        </p:nvSpPr>
        <p:spPr>
          <a:xfrm>
            <a:off x="347700" y="6561835"/>
            <a:ext cx="1608715" cy="127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2019 NTT DATA UK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5761153" y="6551482"/>
            <a:ext cx="6702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6326" y="6504431"/>
            <a:ext cx="1159714" cy="2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324588" y="152400"/>
            <a:ext cx="11844000" cy="731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Mahantayya Hiremath – Developer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880645" y="2299109"/>
            <a:ext cx="1924048" cy="1483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Wholesale &amp; Ventures</a:t>
            </a:r>
            <a:b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</a:t>
            </a:r>
            <a:b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Services</a:t>
            </a:r>
            <a:b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PlusNet</a:t>
            </a:r>
            <a:b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465450" y="1120275"/>
            <a:ext cx="5572800" cy="2396400"/>
          </a:xfrm>
          <a:prstGeom prst="rect">
            <a:avLst/>
          </a:prstGeom>
          <a:solidFill>
            <a:srgbClr val="DCE9F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0000" lIns="91425" spcFirstLastPara="1" rIns="90000" wrap="square" tIns="9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Mahantayya</a:t>
            </a: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an experience of  11+ years in the industry,  with an excellent exposure to 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 products and platforms in the Telecom Industry.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Mahantayya has around 6.5 years of onshore working experience with Orange, EE, Amdocs (Bristol, Leeds)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Highly experienced in application design, analysis, development, unit testing, security fixes 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Contributed to major EEs critical projects like DTP migration, Colorado, Auto Switch, Prepaid Plans, Tariff refresh etc.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GB" sz="900">
                <a:solidFill>
                  <a:schemeClr val="dk1"/>
                </a:solidFill>
              </a:rPr>
              <a:t>Highly experienced in designing &amp; developing client/server applications for Telecom and web self serve enterprise portals used by millions of customers.</a:t>
            </a:r>
            <a:endParaRPr sz="900">
              <a:solidFill>
                <a:schemeClr val="dk1"/>
              </a:solidFill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Mahantayya is  an optimistic person with a positive attitude possessing excellent communication, interpersonal and problem solving skills.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working, Quick learner and ability to grasp new technologies very quickly.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Full-stack developer with multi level technical exposure. Currently a core member and developer of MyEE web APE squad and managed to contribute and deliver with high degree of excellence.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465444" y="780728"/>
            <a:ext cx="5572785" cy="3714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072475" y="1149498"/>
            <a:ext cx="3784200" cy="2222400"/>
          </a:xfrm>
          <a:prstGeom prst="rect">
            <a:avLst/>
          </a:prstGeom>
          <a:solidFill>
            <a:srgbClr val="DCE9F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0000" lIns="91425" spcFirstLastPara="1" rIns="90000" wrap="square" tIns="90000">
            <a:noAutofit/>
          </a:bodyPr>
          <a:lstStyle/>
          <a:p>
            <a:pPr indent="-18097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▪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Proficient in Java EE architecture and technologies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▪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in Adobe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CQ5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fair understanding of core concepts and hands on the tool.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▪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Worked in Agile with scrum methodology and waterfall models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</a:pPr>
            <a:r>
              <a:rPr lang="en-GB" sz="900">
                <a:solidFill>
                  <a:schemeClr val="dk1"/>
                </a:solidFill>
              </a:rPr>
              <a:t>Handson experience in creating architecture blueprints including required Cloud Services like </a:t>
            </a:r>
            <a:r>
              <a:rPr b="1" lang="en-GB" sz="900">
                <a:solidFill>
                  <a:schemeClr val="dk1"/>
                </a:solidFill>
              </a:rPr>
              <a:t>AWS</a:t>
            </a:r>
            <a:r>
              <a:rPr lang="en-GB" sz="900">
                <a:solidFill>
                  <a:schemeClr val="dk1"/>
                </a:solidFill>
              </a:rPr>
              <a:t> (such as EC2, S3, IAM, EBS, RDS, VPC, Subnet, Cloudformation etc) and </a:t>
            </a:r>
            <a:r>
              <a:rPr b="1" lang="en-GB" sz="900">
                <a:solidFill>
                  <a:schemeClr val="dk1"/>
                </a:solidFill>
              </a:rPr>
              <a:t>Heroku</a:t>
            </a:r>
            <a:r>
              <a:rPr lang="en-GB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-18097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▪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 experiences in: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Java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JSP, Adobe CQ5 trained,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Spring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Spring Boot, OSGI, Netonomy, HTML, CSS, XML, JavaScript , Rest API, MySQL, Informix, Postgres, Karaf, Nginx, SVN, Clearcase, Git, ANT, Maven, Tomcat, Jetty, C, 4GL, Unix scripting, MQs, CHEF, Docker, Cucumber and Joomla CMS tools.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▪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Maven, Jenkins, Pipeline scripts, Nexus, Pipelines, Github, Bitbucket,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Wiremock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Hipchat  and Slack BOTs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Proficient on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Atlassian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Products like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JIRA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Confluence</a:t>
            </a:r>
            <a:br>
              <a:rPr b="0" i="0" lang="en-GB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382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3825" lvl="0" marL="1746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30000" y="3446949"/>
            <a:ext cx="11532000" cy="288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Highlights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072468" y="791158"/>
            <a:ext cx="3784172" cy="3603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 and Expertise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24600" y="3734950"/>
            <a:ext cx="11532000" cy="3123300"/>
          </a:xfrm>
          <a:prstGeom prst="rect">
            <a:avLst/>
          </a:prstGeom>
          <a:solidFill>
            <a:srgbClr val="DCE9F5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0000" lIns="91425" spcFirstLastPara="1" rIns="90000" wrap="square" tIns="90000">
            <a:noAutofit/>
          </a:bodyPr>
          <a:lstStyle/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7149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Contributing towards all artefact involved in the development cycle - Technical Architecture Documents, Functional Design Specification, 3D specs and all technical design specs.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 and implementing business requirements taking future platform migration and performance factors into consideration</a:t>
            </a:r>
            <a:endParaRPr sz="900">
              <a:solidFill>
                <a:schemeClr val="dk1"/>
              </a:solidFill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Contributing in devops tasks, setting up Jenkins jobs and pipeline scripts,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Hipchat and Slack BOTs. </a:t>
            </a:r>
            <a:endParaRPr b="1" i="0" sz="900" u="none" cap="none" strike="noStrike">
              <a:solidFill>
                <a:schemeClr val="dk1"/>
              </a:solidFill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 contributions in API service virtualisation to ease development activities using tools like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wiremock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Jenkins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jobs.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Active member in deciding the estimates during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Scrum ceremonies 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planning, grooming sessions for the squad. Providing feedbacks for improvements in retro sessions.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on technical debts and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fortify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security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incidents 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Analyse and fine tune the performance of enterprise application like MyEE web based on reports from monitoring tools like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Dynatrace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Pre-Release activities- </a:t>
            </a:r>
            <a:r>
              <a:rPr b="1" i="0" lang="en-GB" sz="900" u="none" cap="none" strike="noStrike">
                <a:solidFill>
                  <a:schemeClr val="dk1"/>
                </a:solidFill>
              </a:rPr>
              <a:t>Release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notes and Operations Module document preparation and walkthrough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 night support and post release support.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Actively involved  in providing the inputs to improve the process, overall delivery,  key improvement areas in close liaison with EE principals.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</a:pPr>
            <a:r>
              <a:rPr lang="en-GB" sz="900">
                <a:solidFill>
                  <a:schemeClr val="dk1"/>
                </a:solidFill>
              </a:rPr>
              <a:t>Good Analytical Skills and ability to work in diversified remote located </a:t>
            </a:r>
            <a:r>
              <a:rPr b="1" lang="en-GB" sz="900">
                <a:solidFill>
                  <a:schemeClr val="dk1"/>
                </a:solidFill>
              </a:rPr>
              <a:t>nearshore</a:t>
            </a:r>
            <a:r>
              <a:rPr lang="en-GB" sz="900">
                <a:solidFill>
                  <a:schemeClr val="dk1"/>
                </a:solidFill>
              </a:rPr>
              <a:t> and offshore multi vendor teams.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eService, Data addons, Karaf to Casper migration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</a:rPr>
              <a:t>Denver, Data addons</a:t>
            </a:r>
            <a:endParaRPr sz="900">
              <a:solidFill>
                <a:schemeClr val="dk1"/>
              </a:solidFill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DTP </a:t>
            </a: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Migration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Prepaid Plans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Colorado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 switch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8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en-GB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Tariff plan refresh 2019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324600" y="3734948"/>
            <a:ext cx="2067600" cy="2424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Responsibilities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326206" y="5505092"/>
            <a:ext cx="2067600" cy="288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Projects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Mahant system BKUP\D\Personal\Photo\IMG_1034.jp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424" y="744649"/>
            <a:ext cx="1983160" cy="239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